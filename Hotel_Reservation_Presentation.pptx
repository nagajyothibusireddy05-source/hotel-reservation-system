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A36090-82D7-BF54-E6C9-8A5216FAA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2A4AC-A4CB-1003-5590-0887AFD5B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rPr lang="en-US" sz="4000" dirty="0"/>
              <a:t>A Java-Based Hotel Management Application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5DC0C-46F4-5994-5E2C-66ADA954C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400">
                <a:solidFill>
                  <a:srgbClr val="1E90FF"/>
                </a:solidFill>
              </a:defRPr>
            </a:pPr>
            <a:r>
              <a:rPr dirty="0"/>
              <a:t>A </a:t>
            </a:r>
            <a:r>
              <a:rPr lang="en-IN" dirty="0"/>
              <a:t>Java-based Hotel Management System</a:t>
            </a:r>
          </a:p>
          <a:p>
            <a:pPr>
              <a:defRPr sz="2400">
                <a:solidFill>
                  <a:srgbClr val="1E90FF"/>
                </a:solidFill>
              </a:defRPr>
            </a:pPr>
            <a:r>
              <a:rPr lang="en-US" dirty="0"/>
              <a:t>Manages rooms, guests, and bookings</a:t>
            </a:r>
          </a:p>
          <a:p>
            <a:pPr>
              <a:defRPr sz="2400">
                <a:solidFill>
                  <a:srgbClr val="1E90FF"/>
                </a:solidFill>
              </a:defRPr>
            </a:pPr>
            <a:r>
              <a:rPr lang="en-US" dirty="0"/>
              <a:t>Uses DAO architecture and database connectivity</a:t>
            </a:r>
          </a:p>
          <a:p>
            <a:pPr>
              <a:defRPr sz="2400">
                <a:solidFill>
                  <a:srgbClr val="1E90FF"/>
                </a:solidFill>
              </a:defRPr>
            </a:pPr>
            <a:r>
              <a:rPr lang="en-US" dirty="0"/>
              <a:t>Console-based application with clean menu-driven flow</a:t>
            </a:r>
          </a:p>
        </p:txBody>
      </p:sp>
    </p:spTree>
    <p:extLst>
      <p:ext uri="{BB962C8B-B14F-4D97-AF65-F5344CB8AC3E}">
        <p14:creationId xmlns:p14="http://schemas.microsoft.com/office/powerpoint/2010/main" val="956567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400">
                <a:solidFill>
                  <a:srgbClr val="1E90FF"/>
                </a:solidFill>
              </a:defRPr>
            </a:pPr>
            <a:r>
              <a:rPr lang="en-US" dirty="0"/>
              <a:t>Build using Java, JDBC, DAO Architecture and MySQL/SQ Lite</a:t>
            </a:r>
            <a:endParaRPr dirty="0"/>
          </a:p>
          <a:p>
            <a:pPr>
              <a:defRPr sz="2400">
                <a:solidFill>
                  <a:srgbClr val="1E90FF"/>
                </a:solidFill>
              </a:defRPr>
            </a:pPr>
            <a:r>
              <a:rPr lang="en-US" dirty="0"/>
              <a:t>Provides an efficient system to manage rooms , guests, and bookings</a:t>
            </a:r>
            <a:endParaRPr dirty="0"/>
          </a:p>
          <a:p>
            <a:pPr>
              <a:defRPr sz="2400">
                <a:solidFill>
                  <a:srgbClr val="1E90FF"/>
                </a:solidFill>
              </a:defRPr>
            </a:pPr>
            <a:r>
              <a:rPr lang="en-US" dirty="0"/>
              <a:t>interactive console-based interface with smooth interface</a:t>
            </a:r>
            <a:endParaRPr dirty="0"/>
          </a:p>
          <a:p>
            <a:pPr>
              <a:defRPr sz="2400">
                <a:solidFill>
                  <a:srgbClr val="1E90FF"/>
                </a:solidFill>
              </a:defRPr>
            </a:pPr>
            <a:r>
              <a:rPr lang="en-US" dirty="0"/>
              <a:t> Focused on Real World hotel operations and System Automation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>
                <a:solidFill>
                  <a:srgbClr val="1E90FF"/>
                </a:solidFill>
              </a:defRPr>
            </a:pPr>
            <a:r>
              <a:t>View available rooms</a:t>
            </a:r>
          </a:p>
          <a:p>
            <a:pPr>
              <a:defRPr sz="2400">
                <a:solidFill>
                  <a:srgbClr val="1E90FF"/>
                </a:solidFill>
              </a:defRPr>
            </a:pPr>
            <a:r>
              <a:t>Book a room</a:t>
            </a:r>
          </a:p>
          <a:p>
            <a:pPr>
              <a:defRPr sz="2400">
                <a:solidFill>
                  <a:srgbClr val="1E90FF"/>
                </a:solidFill>
              </a:defRPr>
            </a:pPr>
            <a:r>
              <a:t>Cancel a booking</a:t>
            </a:r>
          </a:p>
          <a:p>
            <a:pPr>
              <a:defRPr sz="2400">
                <a:solidFill>
                  <a:srgbClr val="1E90FF"/>
                </a:solidFill>
              </a:defRPr>
            </a:pPr>
            <a:r>
              <a:t>View all bookings</a:t>
            </a:r>
          </a:p>
          <a:p>
            <a:pPr>
              <a:defRPr sz="2400">
                <a:solidFill>
                  <a:srgbClr val="1E90FF"/>
                </a:solidFill>
              </a:defRPr>
            </a:pPr>
            <a:r>
              <a:t>Guest management via GuestDAO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>
                <a:solidFill>
                  <a:srgbClr val="1E90FF"/>
                </a:solidFill>
              </a:defRPr>
            </a:pPr>
            <a:r>
              <a:t>Main: UI logic and interaction flow</a:t>
            </a:r>
          </a:p>
          <a:p>
            <a:pPr>
              <a:defRPr sz="2400">
                <a:solidFill>
                  <a:srgbClr val="1E90FF"/>
                </a:solidFill>
              </a:defRPr>
            </a:pPr>
            <a:r>
              <a:t>Models: Room, Guest, Booking classes</a:t>
            </a:r>
          </a:p>
          <a:p>
            <a:pPr>
              <a:defRPr sz="2400">
                <a:solidFill>
                  <a:srgbClr val="1E90FF"/>
                </a:solidFill>
              </a:defRPr>
            </a:pPr>
            <a:r>
              <a:t>DAO Layer: RoomDAO, GuestDAO, BookingDAO</a:t>
            </a:r>
          </a:p>
          <a:p>
            <a:pPr>
              <a:defRPr sz="2400">
                <a:solidFill>
                  <a:srgbClr val="1E90FF"/>
                </a:solidFill>
              </a:defRPr>
            </a:pPr>
            <a:r>
              <a:t>Database Layer: DB connection handler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>
                <a:solidFill>
                  <a:srgbClr val="1E90FF"/>
                </a:solidFill>
              </a:defRPr>
            </a:pPr>
            <a:r>
              <a:t>Java 8+</a:t>
            </a:r>
          </a:p>
          <a:p>
            <a:pPr>
              <a:defRPr sz="2400">
                <a:solidFill>
                  <a:srgbClr val="1E90FF"/>
                </a:solidFill>
              </a:defRPr>
            </a:pPr>
            <a:r>
              <a:t>JDBC for Database Connection</a:t>
            </a:r>
          </a:p>
          <a:p>
            <a:pPr>
              <a:defRPr sz="2400">
                <a:solidFill>
                  <a:srgbClr val="1E90FF"/>
                </a:solidFill>
              </a:defRPr>
            </a:pPr>
            <a:r>
              <a:t>MySQL / SQLite Backend</a:t>
            </a:r>
          </a:p>
          <a:p>
            <a:pPr>
              <a:defRPr sz="2400">
                <a:solidFill>
                  <a:srgbClr val="1E90FF"/>
                </a:solidFill>
              </a:defRPr>
            </a:pPr>
            <a:r>
              <a:t>OOP + DAO Design Pattern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t>Project Output Screenshot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solidFill>
            <a:srgbClr val="3C3C3C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Add your output screenshot 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1F739A-33EB-39A2-22B2-A3F71ED05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54453"/>
            <a:ext cx="7315200" cy="38319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147</Words>
  <Application>Microsoft Office PowerPoint</Application>
  <PresentationFormat>On-screen Show (4:3)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 Java-Based Hotel Management Application</vt:lpstr>
      <vt:lpstr>Project Overview</vt:lpstr>
      <vt:lpstr>Core Features</vt:lpstr>
      <vt:lpstr>System Architecture</vt:lpstr>
      <vt:lpstr>Technology Stack</vt:lpstr>
      <vt:lpstr>Project Output Screenshot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Naga Jyothi _128847</cp:lastModifiedBy>
  <cp:revision>3</cp:revision>
  <dcterms:created xsi:type="dcterms:W3CDTF">2013-01-27T09:14:16Z</dcterms:created>
  <dcterms:modified xsi:type="dcterms:W3CDTF">2025-11-14T11:06:35Z</dcterms:modified>
  <cp:category/>
</cp:coreProperties>
</file>